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109728" cy="29260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DONORDESK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Run your programme.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06B6D4"/>
                </a:solidFill>
                <a:latin typeface="Calibri"/>
              </a:rPr>
              <a:t>Report from the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Programme management for grant-funded organisations, with donor reports drafted from the record and approved by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October 2026 · donordesk.online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A programme is scattered, then rebuilt for every donor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Calibri"/>
              </a:rPr>
              <a:t>•  Indicators live in one spreadsheet, activities in another, evidence in folders and chat threads.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Calibri"/>
              </a:rPr>
              <a:t>•  The report is assembled in the last weeks before the deadline, from numbers nobody can trace back.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Calibri"/>
              </a:rPr>
              <a:t>•  Compliance gaps (a missing document, an unverified figure) surface on the day of submission.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Calibri"/>
              </a:rPr>
              <a:t>•  Each new donor wants the same facts in a different template, so the work is repeated.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One record from plan to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1 ·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11066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Logframe, indicators, baselines and targets. Import what you already have from Excel, CSV or Google Sheets.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823" y="182880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9423" y="201168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2 ·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423" y="2514600"/>
            <a:ext cx="211066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Field staff log activities as they happen, typed or dictated. Indicator values are entered once per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6" y="182880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6" y="201168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3 ·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6" y="2514600"/>
            <a:ext cx="211066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Evidence is linked to the activities it proves. The checklist shows what is missing and what closes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5189" y="182880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3789" y="201168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4 ·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3789" y="2514600"/>
            <a:ext cx="211066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The donor template structures the report. Drafts cite their sources. A person approves before export.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The record is the working system. The report is what it produces.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RUN THE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The working system your team uses every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Logframe and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Goals to activities, with indicators, baselines, targets and frequency. Archive rather than delete once values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Activity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Date, place, participants and a narrative. The reporting period is worked out from the date. Dictation and offline saving.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Data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Every indicator value across every period in one sheet. Download, change, import with a preview. Charts from the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Evidence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Files in your Google Drive or managed storage. Linked to activities and indicators. Evidence packs as ZIP.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4114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297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Team and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818" y="4800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Seven roles: Admin, Project Manager, M&amp;E, Grants, Field, Compliance and Viewer. Seats follow the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4114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396" y="4297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My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4800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One queue across every project: reports to review, checklist items, evidence to verify, activities to accept.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FIELD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Activities recorded when the work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334155"/>
                </a:solidFill>
                <a:latin typeface="Calibri"/>
              </a:rPr>
              <a:t>•  Date, place, participants with breakdowns, and a narrative. A record can cover a date span.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34155"/>
                </a:solidFill>
                <a:latin typeface="Calibri"/>
              </a:rPr>
              <a:t>•  Dictate the narrative with the microphone button. The form fills in date, place and people only from what the words state.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34155"/>
                </a:solidFill>
                <a:latin typeface="Calibri"/>
              </a:rPr>
              <a:t>•  A finished record is saved on the device and sent when the connection returns.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34155"/>
                </a:solidFill>
                <a:latin typeface="Calibri"/>
              </a:rPr>
              <a:t>•  Managers accept, send back or reject records, one at a time or in bulk.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4846320" cy="4023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Status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560320"/>
            <a:ext cx="4389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Draft → Submitted → Accepted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Submitted → Needs revision → Submitted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Rejected or Withdrawn from most states</a:t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Undoing an accepted record is refused when an approved report already used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Limit: the app needs a connection to open. Offline use is queued saving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DATA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Every indicator value, every period, one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334155"/>
                </a:solidFill>
                <a:latin typeface="Calibri"/>
              </a:rPr>
              <a:t>•  See all reporting periods side by side, by period or as a list.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4155"/>
                </a:solidFill>
                <a:latin typeface="Calibri"/>
              </a:rPr>
              <a:t>•  Download the sheet to Excel or CSV. A missing value stays blank, never zero.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4155"/>
                </a:solidFill>
                <a:latin typeface="Calibri"/>
              </a:rPr>
              <a:t>•  Import the edited sheet and see every change before it applies. Empty cells never clear a stored value.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4155"/>
                </a:solidFill>
                <a:latin typeface="Calibri"/>
              </a:rPr>
              <a:t>•  A problem in any row blocks the whole import, so a half-applied update cannot happen.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34155"/>
                </a:solidFill>
                <a:latin typeface="Calibri"/>
              </a:rPr>
              <a:t>•  Draw charts from the data. A chart added to a report is a snapshot you update when you choose.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Finance figures appear only when finance mode is on for the project (off by default).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Evidence that stays linked to the work it proves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Where files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Your own Google Drive (linked files do not count toward storage), or DonorDesk managed storage within your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Linked to the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Attach a file to an activity or an indicator value, and mark it verified. One linker does this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Read by the drafts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Text is read from Word, PDF, Excel, CSV, text and Markdown. Cited text is fingerprinted, so a later change to the source is detectable.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Evidence packs export as a ZIP with a README. Files that cannot be included (Drive-only or unreadable) are named in the README.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Every change to the record is kept in a hash-chained audit 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Gaps found weeks before the deadline, not on the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Live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Every requirement from the donor template and the project's rules, with the blocker and the action that closes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Closes by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 verified procurement document closes its item. Items that need a decision stay open until a person decides.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Readiness by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Drafting, review and submission. A confidentiality check blocks submission while it is open.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Readiness guides what remains. It does not replace the donor's own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DONOR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Drafted from the record, approved, then exported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Donor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Upload Word, PDF, text, Markdown, Excel or CSV. Sections, instructions, required tables and page limits are extracted for your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Sourced drafting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Each section follows the approved template and cites its sources. A figure not in the inputs is rejected and regenerated, or the section falls back and says why.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Approve and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Second-approver rules, a sealed submission snapshot, exports to Word, PDF, Excel and ZIP. A watermarked internal copy for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Period types: monthly, quarterly, semi-annual, annual, final and custom. Roll-up reports show life-of-project totals and percent of target.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An approved report can be reopened, with a reason, and approved again.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People decide. The record checks the numbers.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Verified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Tables and charts come from verified data. The AI writes prose only, and every figure is checked against the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Traceable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Each AI output stores the model, prompt version and sources. Failed or timed-out drafts are not billed.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Isolation and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Row-level security keeps each organisation separate. Least-privilege roles per project. Hash-chained audit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Published: data processing agreement, subprocessor list, privacy and security pages.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No external certifications are held. None are claimed.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Built for grant-funded programmes and their reporting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M&amp;E Officer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Enter each value once; every report and chart reads the same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Grants Officer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See readiness and blockers weeks before the deadline.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Project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Review and accept field records in one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Field Officer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Record what happened in a few lines, or by dictation.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393192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11480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Compliance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818" y="461772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Every claim links to its evidence; the audit log shows who changed what.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393192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396" y="411480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Calibri"/>
              </a:rPr>
              <a:t>Approver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461772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Second-approver rules; the submitted file is sealed.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Start free. Upgrade when the programme grows.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2011680"/>
                <a:gridCol w="2011680"/>
                <a:gridCol w="1920240"/>
              </a:tblGrid>
              <a:tr h="357447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$79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$149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Annual (two months free)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$790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$1,490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From $12,000 a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NGO price, first year (25% off)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$59.25 / month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$111.75 / month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In the 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Active 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Contracted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Full seats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Contracted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Viewer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Managed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 GB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25 GB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100 GB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Contracted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AI report drafts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Contracted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Own AI provider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4155"/>
                          </a:solidFill>
                          <a:latin typeface="Calibri"/>
                        </a:rPr>
                        <a:t>SSO / SCIM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Prices from the billing catalogue. Enterprise is by contract. Trial availability is set per launch.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What DonorDesk does not do, stated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•  It does not send reports to donors. You upload the approved file.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•  The app does not open offline. Finished activities are queued and sent later.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•  Dictation uses the browser's speech recognition (Chrome, Edge, Safari).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•  Donor-template Word exports do not include charts. Charts appear in the standard exports.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•  Finance figures are off by default and appear only when switched on for a project.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•  Enterprise SSO (OIDC) and SCIM are set up with support, not self-serve.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  <a:latin typeface="Calibri"/>
              </a:rPr>
              <a:t>•  No customer case studies or certifications are claimed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DonorDesk · Overview v2.003 · donordesk.online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Calibri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See it on a real programme.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CBD5E1"/>
                </a:solidFill>
                <a:latin typeface="Calibri"/>
              </a:rPr>
              <a:t>•  Take the narrated product tour: donordesk.online/tour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BD5E1"/>
                </a:solidFill>
                <a:latin typeface="Calibri"/>
              </a:rPr>
              <a:t>•  Create a free workspace; the demo project is included and uses no AI credits: donordesk.online/signup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BD5E1"/>
                </a:solidFill>
                <a:latin typeface="Calibri"/>
              </a:rPr>
              <a:t>•  Read every feature with its limits: donordesk.online/features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BD5E1"/>
                </a:solidFill>
                <a:latin typeface="Calibri"/>
              </a:rPr>
              <a:t>•  Enterprise and pilots: donordesk.online/contact-sales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